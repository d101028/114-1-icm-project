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72799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2" y="1122363"/>
            <a:ext cx="1295995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3602038"/>
            <a:ext cx="1295995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10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68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1709739"/>
            <a:ext cx="1490394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4589464"/>
            <a:ext cx="149039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92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1825625"/>
            <a:ext cx="7343974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1825625"/>
            <a:ext cx="7343974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03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365126"/>
            <a:ext cx="14903947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7" y="1681163"/>
            <a:ext cx="73102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7" y="2505075"/>
            <a:ext cx="7310223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1681163"/>
            <a:ext cx="734622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2505075"/>
            <a:ext cx="7346224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70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986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15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457200"/>
            <a:ext cx="557322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987426"/>
            <a:ext cx="874796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057400"/>
            <a:ext cx="557322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55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457200"/>
            <a:ext cx="557322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987426"/>
            <a:ext cx="874796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057400"/>
            <a:ext cx="557322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57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76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5" y="365125"/>
            <a:ext cx="3725987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6" y="365125"/>
            <a:ext cx="10961961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16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365126"/>
            <a:ext cx="149039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1825625"/>
            <a:ext cx="149039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6356351"/>
            <a:ext cx="3887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79F2D-3A93-4034-9C26-2A508D29349F}" type="datetimeFigureOut">
              <a:rPr lang="zh-TW" altLang="en-US" smtClean="0"/>
              <a:t>2025/12/21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6356351"/>
            <a:ext cx="5831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6356351"/>
            <a:ext cx="3887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8F340-3F13-4003-B0AC-ED336105F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75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F5ADC9A-7668-1CD9-B6EF-3209562266A7}"/>
              </a:ext>
            </a:extLst>
          </p:cNvPr>
          <p:cNvCxnSpPr>
            <a:stCxn id="17" idx="3"/>
            <a:endCxn id="11" idx="1"/>
          </p:cNvCxnSpPr>
          <p:nvPr/>
        </p:nvCxnSpPr>
        <p:spPr>
          <a:xfrm>
            <a:off x="4658330" y="1983703"/>
            <a:ext cx="825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873A1F2D-3B81-BF05-5459-0B6DE7B46DA3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H="1">
            <a:off x="7353496" y="1983703"/>
            <a:ext cx="2597836" cy="2885937"/>
          </a:xfrm>
          <a:prstGeom prst="bentConnector5">
            <a:avLst>
              <a:gd name="adj1" fmla="val -40528"/>
              <a:gd name="adj2" fmla="val 50000"/>
              <a:gd name="adj3" fmla="val 1444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3C674F1-E8D6-1D7D-3283-52311895FE31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11820584" y="4869640"/>
            <a:ext cx="788145" cy="4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DF8B6CA4-3E61-05E3-010D-453C3000EE8F}"/>
              </a:ext>
            </a:extLst>
          </p:cNvPr>
          <p:cNvGrpSpPr/>
          <p:nvPr/>
        </p:nvGrpSpPr>
        <p:grpSpPr>
          <a:xfrm>
            <a:off x="191242" y="237760"/>
            <a:ext cx="16884575" cy="6410370"/>
            <a:chOff x="-2383862" y="-668889"/>
            <a:chExt cx="22030860" cy="8364200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6DD69D96-E857-28F4-DA29-2931B7DB549C}"/>
                </a:ext>
              </a:extLst>
            </p:cNvPr>
            <p:cNvGrpSpPr/>
            <p:nvPr/>
          </p:nvGrpSpPr>
          <p:grpSpPr>
            <a:xfrm>
              <a:off x="-2383862" y="121747"/>
              <a:ext cx="22030860" cy="6746538"/>
              <a:chOff x="-867366" y="1374199"/>
              <a:chExt cx="13920076" cy="4114288"/>
            </a:xfrm>
          </p:grpSpPr>
          <p:pic>
            <p:nvPicPr>
              <p:cNvPr id="11" name="圖片 10" descr="一張含有 字型, 行, 圖表, 數字 的圖片&#10;&#10;AI 產生的內容可能不正確。">
                <a:extLst>
                  <a:ext uri="{FF2B5EF4-FFF2-40B4-BE49-F238E27FC236}">
                    <a16:creationId xmlns:a16="http://schemas.microsoft.com/office/drawing/2014/main" id="{F6B61983-99B5-4E0C-990D-D4129DD98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96320" y="1374199"/>
                <a:ext cx="3682782" cy="18142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3" name="圖片 12" descr="一張含有 字型, 圖形, 行, 符號 的圖片&#10;&#10;AI 產生的內容可能不正確。">
                <a:extLst>
                  <a:ext uri="{FF2B5EF4-FFF2-40B4-BE49-F238E27FC236}">
                    <a16:creationId xmlns:a16="http://schemas.microsoft.com/office/drawing/2014/main" id="{58A72624-8317-DBB1-5421-308B863C5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37380" y="3670569"/>
                <a:ext cx="3682782" cy="18142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5" name="圖片 14" descr="一張含有 字型, 圖形, 行, 電子藍 的圖片&#10;&#10;AI 產生的內容可能不正確。">
                <a:extLst>
                  <a:ext uri="{FF2B5EF4-FFF2-40B4-BE49-F238E27FC236}">
                    <a16:creationId xmlns:a16="http://schemas.microsoft.com/office/drawing/2014/main" id="{74FD9F34-6CF2-8412-CCEA-08EAC6FEB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69928" y="3674276"/>
                <a:ext cx="3682782" cy="18142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7" name="圖片 16" descr="一張含有 字型, 白色, 圖形, 印刷術 的圖片&#10;&#10;AI 產生的內容可能不正確。">
                <a:extLst>
                  <a:ext uri="{FF2B5EF4-FFF2-40B4-BE49-F238E27FC236}">
                    <a16:creationId xmlns:a16="http://schemas.microsoft.com/office/drawing/2014/main" id="{310629EC-7C4B-2FB8-C53E-CF795CC81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67366" y="1374199"/>
                <a:ext cx="3682782" cy="181421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3387AA7E-C739-081E-B35C-483EB7B99A3F}"/>
                </a:ext>
              </a:extLst>
            </p:cNvPr>
            <p:cNvSpPr txBox="1"/>
            <p:nvPr/>
          </p:nvSpPr>
          <p:spPr>
            <a:xfrm>
              <a:off x="5310591" y="-668889"/>
              <a:ext cx="5341848" cy="654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658" dirty="0"/>
                <a:t>1st Clustering</a:t>
              </a:r>
              <a:r>
                <a:rPr lang="zh-TW" altLang="en-US" sz="2658" dirty="0"/>
                <a:t> </a:t>
              </a:r>
              <a:r>
                <a:rPr lang="en-US" altLang="zh-TW" sz="2658" dirty="0"/>
                <a:t>(Depth=1)</a:t>
              </a:r>
              <a:endParaRPr lang="zh-TW" altLang="en-US" sz="2658" dirty="0"/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E71E231-AB94-57B7-1A96-9B7C67A43236}"/>
                </a:ext>
              </a:extLst>
            </p:cNvPr>
            <p:cNvSpPr txBox="1"/>
            <p:nvPr/>
          </p:nvSpPr>
          <p:spPr>
            <a:xfrm>
              <a:off x="7311731" y="7041146"/>
              <a:ext cx="5127939" cy="654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658" dirty="0"/>
                <a:t>2nd Clustering (Depth=2)</a:t>
              </a:r>
              <a:endParaRPr lang="zh-TW" altLang="en-US" sz="2658" dirty="0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A0820B91-8B1A-BCE0-5C18-A77DE1D1D059}"/>
                </a:ext>
              </a:extLst>
            </p:cNvPr>
            <p:cNvSpPr txBox="1"/>
            <p:nvPr/>
          </p:nvSpPr>
          <p:spPr>
            <a:xfrm>
              <a:off x="14288984" y="7041146"/>
              <a:ext cx="4887405" cy="654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658" dirty="0"/>
                <a:t>3rd Clustering (Depth=3)</a:t>
              </a:r>
              <a:endParaRPr lang="zh-TW" altLang="en-US" sz="2658" dirty="0"/>
            </a:p>
          </p:txBody>
        </p: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7EBFFC8-95A4-1848-A5C7-0F8C6922B06B}"/>
              </a:ext>
            </a:extLst>
          </p:cNvPr>
          <p:cNvSpPr txBox="1"/>
          <p:nvPr/>
        </p:nvSpPr>
        <p:spPr>
          <a:xfrm>
            <a:off x="1463272" y="237760"/>
            <a:ext cx="1923027" cy="5013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58" dirty="0"/>
              <a:t>Input Image</a:t>
            </a:r>
            <a:endParaRPr lang="zh-TW" altLang="en-US" sz="2658" dirty="0"/>
          </a:p>
        </p:txBody>
      </p:sp>
    </p:spTree>
    <p:extLst>
      <p:ext uri="{BB962C8B-B14F-4D97-AF65-F5344CB8AC3E}">
        <p14:creationId xmlns:p14="http://schemas.microsoft.com/office/powerpoint/2010/main" val="335622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23</Words>
  <Application>Microsoft Office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 L</dc:creator>
  <cp:lastModifiedBy>KK L</cp:lastModifiedBy>
  <cp:revision>8</cp:revision>
  <dcterms:created xsi:type="dcterms:W3CDTF">2025-12-21T10:51:33Z</dcterms:created>
  <dcterms:modified xsi:type="dcterms:W3CDTF">2025-12-21T12:30:47Z</dcterms:modified>
</cp:coreProperties>
</file>